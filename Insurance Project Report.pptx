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CE8B0ED-D157-4437-8CC4-C88CB4A75BE5}" v="462" dt="2025-11-02T12:38:48.69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i Lakshmi Chaikam" userId="S::sai.lakshmi@modak.com::dac27d6f-02ce-4853-a3e3-467ea8527444" providerId="AD" clId="Web-{5CE8B0ED-D157-4437-8CC4-C88CB4A75BE5}"/>
    <pc:docChg chg="mod addSld delSld modSld addMainMaster delMainMaster">
      <pc:chgData name="Sai Lakshmi Chaikam" userId="S::sai.lakshmi@modak.com::dac27d6f-02ce-4853-a3e3-467ea8527444" providerId="AD" clId="Web-{5CE8B0ED-D157-4437-8CC4-C88CB4A75BE5}" dt="2025-11-02T12:38:48.697" v="412" actId="20577"/>
      <pc:docMkLst>
        <pc:docMk/>
      </pc:docMkLst>
      <pc:sldChg chg="addSp delSp modSp mod setBg modClrScheme chgLayout">
        <pc:chgData name="Sai Lakshmi Chaikam" userId="S::sai.lakshmi@modak.com::dac27d6f-02ce-4853-a3e3-467ea8527444" providerId="AD" clId="Web-{5CE8B0ED-D157-4437-8CC4-C88CB4A75BE5}" dt="2025-11-02T12:22:58.900" v="283" actId="1076"/>
        <pc:sldMkLst>
          <pc:docMk/>
          <pc:sldMk cId="109857222" sldId="256"/>
        </pc:sldMkLst>
        <pc:spChg chg="mod ord">
          <ac:chgData name="Sai Lakshmi Chaikam" userId="S::sai.lakshmi@modak.com::dac27d6f-02ce-4853-a3e3-467ea8527444" providerId="AD" clId="Web-{5CE8B0ED-D157-4437-8CC4-C88CB4A75BE5}" dt="2025-11-02T12:21:07.131" v="248" actId="14100"/>
          <ac:spMkLst>
            <pc:docMk/>
            <pc:sldMk cId="109857222" sldId="256"/>
            <ac:spMk id="2" creationId="{00000000-0000-0000-0000-000000000000}"/>
          </ac:spMkLst>
        </pc:spChg>
        <pc:spChg chg="mod ord">
          <ac:chgData name="Sai Lakshmi Chaikam" userId="S::sai.lakshmi@modak.com::dac27d6f-02ce-4853-a3e3-467ea8527444" providerId="AD" clId="Web-{5CE8B0ED-D157-4437-8CC4-C88CB4A75BE5}" dt="2025-11-02T12:21:00.302" v="245"/>
          <ac:spMkLst>
            <pc:docMk/>
            <pc:sldMk cId="109857222" sldId="256"/>
            <ac:spMk id="3" creationId="{00000000-0000-0000-0000-000000000000}"/>
          </ac:spMkLst>
        </pc:spChg>
        <pc:spChg chg="add del">
          <ac:chgData name="Sai Lakshmi Chaikam" userId="S::sai.lakshmi@modak.com::dac27d6f-02ce-4853-a3e3-467ea8527444" providerId="AD" clId="Web-{5CE8B0ED-D157-4437-8CC4-C88CB4A75BE5}" dt="2025-11-02T11:58:39.995" v="60"/>
          <ac:spMkLst>
            <pc:docMk/>
            <pc:sldMk cId="109857222" sldId="256"/>
            <ac:spMk id="4" creationId="{94C997E4-6492-5BED-7D5B-58E5A1BF30A4}"/>
          </ac:spMkLst>
        </pc:spChg>
        <pc:spChg chg="add del mod">
          <ac:chgData name="Sai Lakshmi Chaikam" userId="S::sai.lakshmi@modak.com::dac27d6f-02ce-4853-a3e3-467ea8527444" providerId="AD" clId="Web-{5CE8B0ED-D157-4437-8CC4-C88CB4A75BE5}" dt="2025-11-02T12:00:31.480" v="98"/>
          <ac:spMkLst>
            <pc:docMk/>
            <pc:sldMk cId="109857222" sldId="256"/>
            <ac:spMk id="5" creationId="{B52162A0-3193-B44A-E4D1-6CE03BBFBBBD}"/>
          </ac:spMkLst>
        </pc:spChg>
        <pc:spChg chg="add mod">
          <ac:chgData name="Sai Lakshmi Chaikam" userId="S::sai.lakshmi@modak.com::dac27d6f-02ce-4853-a3e3-467ea8527444" providerId="AD" clId="Web-{5CE8B0ED-D157-4437-8CC4-C88CB4A75BE5}" dt="2025-11-02T12:22:58.900" v="283" actId="1076"/>
          <ac:spMkLst>
            <pc:docMk/>
            <pc:sldMk cId="109857222" sldId="256"/>
            <ac:spMk id="6" creationId="{C6547F0A-0C60-6375-0E10-612B707B9E5A}"/>
          </ac:spMkLst>
        </pc:spChg>
      </pc:sldChg>
      <pc:sldChg chg="modSp new mod setBg">
        <pc:chgData name="Sai Lakshmi Chaikam" userId="S::sai.lakshmi@modak.com::dac27d6f-02ce-4853-a3e3-467ea8527444" providerId="AD" clId="Web-{5CE8B0ED-D157-4437-8CC4-C88CB4A75BE5}" dt="2025-11-02T12:25:20.594" v="310" actId="20577"/>
        <pc:sldMkLst>
          <pc:docMk/>
          <pc:sldMk cId="350216663" sldId="257"/>
        </pc:sldMkLst>
        <pc:spChg chg="mod">
          <ac:chgData name="Sai Lakshmi Chaikam" userId="S::sai.lakshmi@modak.com::dac27d6f-02ce-4853-a3e3-467ea8527444" providerId="AD" clId="Web-{5CE8B0ED-D157-4437-8CC4-C88CB4A75BE5}" dt="2025-11-02T12:23:36.228" v="286" actId="20577"/>
          <ac:spMkLst>
            <pc:docMk/>
            <pc:sldMk cId="350216663" sldId="257"/>
            <ac:spMk id="2" creationId="{A0AE3A17-2CEF-CF6A-15DE-0543AABA3B03}"/>
          </ac:spMkLst>
        </pc:spChg>
        <pc:spChg chg="mod">
          <ac:chgData name="Sai Lakshmi Chaikam" userId="S::sai.lakshmi@modak.com::dac27d6f-02ce-4853-a3e3-467ea8527444" providerId="AD" clId="Web-{5CE8B0ED-D157-4437-8CC4-C88CB4A75BE5}" dt="2025-11-02T12:25:20.594" v="310" actId="20577"/>
          <ac:spMkLst>
            <pc:docMk/>
            <pc:sldMk cId="350216663" sldId="257"/>
            <ac:spMk id="3" creationId="{93CCB8DB-A17A-206B-B6C9-664F403A72CB}"/>
          </ac:spMkLst>
        </pc:spChg>
      </pc:sldChg>
      <pc:sldChg chg="modSp new mod setBg">
        <pc:chgData name="Sai Lakshmi Chaikam" userId="S::sai.lakshmi@modak.com::dac27d6f-02ce-4853-a3e3-467ea8527444" providerId="AD" clId="Web-{5CE8B0ED-D157-4437-8CC4-C88CB4A75BE5}" dt="2025-11-02T12:27:34.133" v="336" actId="20577"/>
        <pc:sldMkLst>
          <pc:docMk/>
          <pc:sldMk cId="1577973217" sldId="258"/>
        </pc:sldMkLst>
        <pc:spChg chg="mod">
          <ac:chgData name="Sai Lakshmi Chaikam" userId="S::sai.lakshmi@modak.com::dac27d6f-02ce-4853-a3e3-467ea8527444" providerId="AD" clId="Web-{5CE8B0ED-D157-4437-8CC4-C88CB4A75BE5}" dt="2025-11-02T12:25:54.735" v="312" actId="20577"/>
          <ac:spMkLst>
            <pc:docMk/>
            <pc:sldMk cId="1577973217" sldId="258"/>
            <ac:spMk id="2" creationId="{FE277AC7-B417-0EC4-5944-30069D4A5611}"/>
          </ac:spMkLst>
        </pc:spChg>
        <pc:spChg chg="mod">
          <ac:chgData name="Sai Lakshmi Chaikam" userId="S::sai.lakshmi@modak.com::dac27d6f-02ce-4853-a3e3-467ea8527444" providerId="AD" clId="Web-{5CE8B0ED-D157-4437-8CC4-C88CB4A75BE5}" dt="2025-11-02T12:27:34.133" v="336" actId="20577"/>
          <ac:spMkLst>
            <pc:docMk/>
            <pc:sldMk cId="1577973217" sldId="258"/>
            <ac:spMk id="3" creationId="{4FCD6E05-03A4-9D46-C442-9CFE12FCF200}"/>
          </ac:spMkLst>
        </pc:spChg>
      </pc:sldChg>
      <pc:sldChg chg="new del">
        <pc:chgData name="Sai Lakshmi Chaikam" userId="S::sai.lakshmi@modak.com::dac27d6f-02ce-4853-a3e3-467ea8527444" providerId="AD" clId="Web-{5CE8B0ED-D157-4437-8CC4-C88CB4A75BE5}" dt="2025-11-02T12:03:16.520" v="119"/>
        <pc:sldMkLst>
          <pc:docMk/>
          <pc:sldMk cId="1659113218" sldId="258"/>
        </pc:sldMkLst>
      </pc:sldChg>
      <pc:sldChg chg="new del">
        <pc:chgData name="Sai Lakshmi Chaikam" userId="S::sai.lakshmi@modak.com::dac27d6f-02ce-4853-a3e3-467ea8527444" providerId="AD" clId="Web-{5CE8B0ED-D157-4437-8CC4-C88CB4A75BE5}" dt="2025-11-02T12:00:57.297" v="101"/>
        <pc:sldMkLst>
          <pc:docMk/>
          <pc:sldMk cId="2631717828" sldId="258"/>
        </pc:sldMkLst>
      </pc:sldChg>
      <pc:sldChg chg="new del">
        <pc:chgData name="Sai Lakshmi Chaikam" userId="S::sai.lakshmi@modak.com::dac27d6f-02ce-4853-a3e3-467ea8527444" providerId="AD" clId="Web-{5CE8B0ED-D157-4437-8CC4-C88CB4A75BE5}" dt="2025-11-02T12:03:26.068" v="122"/>
        <pc:sldMkLst>
          <pc:docMk/>
          <pc:sldMk cId="3315973988" sldId="258"/>
        </pc:sldMkLst>
      </pc:sldChg>
      <pc:sldChg chg="modSp new mod setBg">
        <pc:chgData name="Sai Lakshmi Chaikam" userId="S::sai.lakshmi@modak.com::dac27d6f-02ce-4853-a3e3-467ea8527444" providerId="AD" clId="Web-{5CE8B0ED-D157-4437-8CC4-C88CB4A75BE5}" dt="2025-11-02T12:34:29.527" v="356" actId="20577"/>
        <pc:sldMkLst>
          <pc:docMk/>
          <pc:sldMk cId="692916358" sldId="259"/>
        </pc:sldMkLst>
        <pc:spChg chg="mod">
          <ac:chgData name="Sai Lakshmi Chaikam" userId="S::sai.lakshmi@modak.com::dac27d6f-02ce-4853-a3e3-467ea8527444" providerId="AD" clId="Web-{5CE8B0ED-D157-4437-8CC4-C88CB4A75BE5}" dt="2025-11-02T12:32:32.133" v="338" actId="20577"/>
          <ac:spMkLst>
            <pc:docMk/>
            <pc:sldMk cId="692916358" sldId="259"/>
            <ac:spMk id="2" creationId="{E6AE50F1-190E-335D-B709-1B2A94DC565A}"/>
          </ac:spMkLst>
        </pc:spChg>
        <pc:spChg chg="mod">
          <ac:chgData name="Sai Lakshmi Chaikam" userId="S::sai.lakshmi@modak.com::dac27d6f-02ce-4853-a3e3-467ea8527444" providerId="AD" clId="Web-{5CE8B0ED-D157-4437-8CC4-C88CB4A75BE5}" dt="2025-11-02T12:34:29.527" v="356" actId="20577"/>
          <ac:spMkLst>
            <pc:docMk/>
            <pc:sldMk cId="692916358" sldId="259"/>
            <ac:spMk id="3" creationId="{593B3444-6E33-E418-9A12-1A29259516D3}"/>
          </ac:spMkLst>
        </pc:spChg>
      </pc:sldChg>
      <pc:sldChg chg="new del">
        <pc:chgData name="Sai Lakshmi Chaikam" userId="S::sai.lakshmi@modak.com::dac27d6f-02ce-4853-a3e3-467ea8527444" providerId="AD" clId="Web-{5CE8B0ED-D157-4437-8CC4-C88CB4A75BE5}" dt="2025-11-02T12:03:19.739" v="120"/>
        <pc:sldMkLst>
          <pc:docMk/>
          <pc:sldMk cId="2377150072" sldId="259"/>
        </pc:sldMkLst>
      </pc:sldChg>
      <pc:sldChg chg="modSp new mod setBg">
        <pc:chgData name="Sai Lakshmi Chaikam" userId="S::sai.lakshmi@modak.com::dac27d6f-02ce-4853-a3e3-467ea8527444" providerId="AD" clId="Web-{5CE8B0ED-D157-4437-8CC4-C88CB4A75BE5}" dt="2025-11-02T12:35:54.407" v="372" actId="20577"/>
        <pc:sldMkLst>
          <pc:docMk/>
          <pc:sldMk cId="1231358024" sldId="260"/>
        </pc:sldMkLst>
        <pc:spChg chg="mod">
          <ac:chgData name="Sai Lakshmi Chaikam" userId="S::sai.lakshmi@modak.com::dac27d6f-02ce-4853-a3e3-467ea8527444" providerId="AD" clId="Web-{5CE8B0ED-D157-4437-8CC4-C88CB4A75BE5}" dt="2025-11-02T12:34:47.730" v="358" actId="20577"/>
          <ac:spMkLst>
            <pc:docMk/>
            <pc:sldMk cId="1231358024" sldId="260"/>
            <ac:spMk id="2" creationId="{872F893D-853A-BF04-ED11-E21075CF2BDE}"/>
          </ac:spMkLst>
        </pc:spChg>
        <pc:spChg chg="mod">
          <ac:chgData name="Sai Lakshmi Chaikam" userId="S::sai.lakshmi@modak.com::dac27d6f-02ce-4853-a3e3-467ea8527444" providerId="AD" clId="Web-{5CE8B0ED-D157-4437-8CC4-C88CB4A75BE5}" dt="2025-11-02T12:35:54.407" v="372" actId="20577"/>
          <ac:spMkLst>
            <pc:docMk/>
            <pc:sldMk cId="1231358024" sldId="260"/>
            <ac:spMk id="3" creationId="{271D17A7-6382-3F37-EC91-F633212A7A6C}"/>
          </ac:spMkLst>
        </pc:spChg>
      </pc:sldChg>
      <pc:sldChg chg="modSp new mod setBg">
        <pc:chgData name="Sai Lakshmi Chaikam" userId="S::sai.lakshmi@modak.com::dac27d6f-02ce-4853-a3e3-467ea8527444" providerId="AD" clId="Web-{5CE8B0ED-D157-4437-8CC4-C88CB4A75BE5}" dt="2025-11-02T12:37:29.272" v="390" actId="20577"/>
        <pc:sldMkLst>
          <pc:docMk/>
          <pc:sldMk cId="46602337" sldId="261"/>
        </pc:sldMkLst>
        <pc:spChg chg="mod">
          <ac:chgData name="Sai Lakshmi Chaikam" userId="S::sai.lakshmi@modak.com::dac27d6f-02ce-4853-a3e3-467ea8527444" providerId="AD" clId="Web-{5CE8B0ED-D157-4437-8CC4-C88CB4A75BE5}" dt="2025-11-02T12:36:16.002" v="374" actId="20577"/>
          <ac:spMkLst>
            <pc:docMk/>
            <pc:sldMk cId="46602337" sldId="261"/>
            <ac:spMk id="2" creationId="{49DF63CB-B5ED-067A-FB41-BA64656C615C}"/>
          </ac:spMkLst>
        </pc:spChg>
        <pc:spChg chg="mod">
          <ac:chgData name="Sai Lakshmi Chaikam" userId="S::sai.lakshmi@modak.com::dac27d6f-02ce-4853-a3e3-467ea8527444" providerId="AD" clId="Web-{5CE8B0ED-D157-4437-8CC4-C88CB4A75BE5}" dt="2025-11-02T12:37:29.272" v="390" actId="20577"/>
          <ac:spMkLst>
            <pc:docMk/>
            <pc:sldMk cId="46602337" sldId="261"/>
            <ac:spMk id="3" creationId="{1757A1FD-40F9-285E-7817-32C59835B96F}"/>
          </ac:spMkLst>
        </pc:spChg>
      </pc:sldChg>
      <pc:sldChg chg="modSp new mod setBg">
        <pc:chgData name="Sai Lakshmi Chaikam" userId="S::sai.lakshmi@modak.com::dac27d6f-02ce-4853-a3e3-467ea8527444" providerId="AD" clId="Web-{5CE8B0ED-D157-4437-8CC4-C88CB4A75BE5}" dt="2025-11-02T12:38:48.697" v="412" actId="20577"/>
        <pc:sldMkLst>
          <pc:docMk/>
          <pc:sldMk cId="1099360773" sldId="262"/>
        </pc:sldMkLst>
        <pc:spChg chg="mod">
          <ac:chgData name="Sai Lakshmi Chaikam" userId="S::sai.lakshmi@modak.com::dac27d6f-02ce-4853-a3e3-467ea8527444" providerId="AD" clId="Web-{5CE8B0ED-D157-4437-8CC4-C88CB4A75BE5}" dt="2025-11-02T12:37:46.335" v="393" actId="20577"/>
          <ac:spMkLst>
            <pc:docMk/>
            <pc:sldMk cId="1099360773" sldId="262"/>
            <ac:spMk id="2" creationId="{21B58F6E-141D-36F7-1EEE-8054023C4F6A}"/>
          </ac:spMkLst>
        </pc:spChg>
        <pc:spChg chg="mod">
          <ac:chgData name="Sai Lakshmi Chaikam" userId="S::sai.lakshmi@modak.com::dac27d6f-02ce-4853-a3e3-467ea8527444" providerId="AD" clId="Web-{5CE8B0ED-D157-4437-8CC4-C88CB4A75BE5}" dt="2025-11-02T12:38:48.697" v="412" actId="20577"/>
          <ac:spMkLst>
            <pc:docMk/>
            <pc:sldMk cId="1099360773" sldId="262"/>
            <ac:spMk id="3" creationId="{7DDE0008-4B99-FBF8-B3CE-703D1DA58513}"/>
          </ac:spMkLst>
        </pc:spChg>
      </pc:sldChg>
      <pc:sldChg chg="modSp new del">
        <pc:chgData name="Sai Lakshmi Chaikam" userId="S::sai.lakshmi@modak.com::dac27d6f-02ce-4853-a3e3-467ea8527444" providerId="AD" clId="Web-{5CE8B0ED-D157-4437-8CC4-C88CB4A75BE5}" dt="2025-11-02T12:37:50.882" v="396"/>
        <pc:sldMkLst>
          <pc:docMk/>
          <pc:sldMk cId="2851727505" sldId="263"/>
        </pc:sldMkLst>
        <pc:spChg chg="mod">
          <ac:chgData name="Sai Lakshmi Chaikam" userId="S::sai.lakshmi@modak.com::dac27d6f-02ce-4853-a3e3-467ea8527444" providerId="AD" clId="Web-{5CE8B0ED-D157-4437-8CC4-C88CB4A75BE5}" dt="2025-11-02T12:15:16.661" v="233" actId="20577"/>
          <ac:spMkLst>
            <pc:docMk/>
            <pc:sldMk cId="2851727505" sldId="263"/>
            <ac:spMk id="2" creationId="{1F90C923-B91A-4171-D1D5-97A871A7A6AA}"/>
          </ac:spMkLst>
        </pc:spChg>
        <pc:spChg chg="mod">
          <ac:chgData name="Sai Lakshmi Chaikam" userId="S::sai.lakshmi@modak.com::dac27d6f-02ce-4853-a3e3-467ea8527444" providerId="AD" clId="Web-{5CE8B0ED-D157-4437-8CC4-C88CB4A75BE5}" dt="2025-11-02T12:15:33.536" v="235" actId="20577"/>
          <ac:spMkLst>
            <pc:docMk/>
            <pc:sldMk cId="2851727505" sldId="263"/>
            <ac:spMk id="3" creationId="{DD056839-C31E-1D0D-5396-C703FCF8C0BB}"/>
          </ac:spMkLst>
        </pc:spChg>
      </pc:sldChg>
      <pc:sldChg chg="modSp new del">
        <pc:chgData name="Sai Lakshmi Chaikam" userId="S::sai.lakshmi@modak.com::dac27d6f-02ce-4853-a3e3-467ea8527444" providerId="AD" clId="Web-{5CE8B0ED-D157-4437-8CC4-C88CB4A75BE5}" dt="2025-11-02T12:37:52.554" v="397"/>
        <pc:sldMkLst>
          <pc:docMk/>
          <pc:sldMk cId="863866298" sldId="264"/>
        </pc:sldMkLst>
        <pc:spChg chg="mod">
          <ac:chgData name="Sai Lakshmi Chaikam" userId="S::sai.lakshmi@modak.com::dac27d6f-02ce-4853-a3e3-467ea8527444" providerId="AD" clId="Web-{5CE8B0ED-D157-4437-8CC4-C88CB4A75BE5}" dt="2025-11-02T12:15:57.269" v="240" actId="20577"/>
          <ac:spMkLst>
            <pc:docMk/>
            <pc:sldMk cId="863866298" sldId="264"/>
            <ac:spMk id="2" creationId="{06EFF1B5-982A-835B-2527-CD9BC0CADC27}"/>
          </ac:spMkLst>
        </pc:spChg>
      </pc:sldChg>
      <pc:sldMasterChg chg="add del addSldLayout delSldLayout">
        <pc:chgData name="Sai Lakshmi Chaikam" userId="S::sai.lakshmi@modak.com::dac27d6f-02ce-4853-a3e3-467ea8527444" providerId="AD" clId="Web-{5CE8B0ED-D157-4437-8CC4-C88CB4A75BE5}" dt="2025-11-02T11:57:13.707" v="53"/>
        <pc:sldMasterMkLst>
          <pc:docMk/>
          <pc:sldMasterMk cId="2460954070" sldId="2147483660"/>
        </pc:sldMasterMkLst>
        <pc:sldLayoutChg chg="add del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2460954070" sldId="2147483660"/>
            <pc:sldLayoutMk cId="2385387890" sldId="2147483661"/>
          </pc:sldLayoutMkLst>
        </pc:sldLayoutChg>
        <pc:sldLayoutChg chg="add del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2460954070" sldId="2147483660"/>
            <pc:sldLayoutMk cId="949138452" sldId="2147483662"/>
          </pc:sldLayoutMkLst>
        </pc:sldLayoutChg>
        <pc:sldLayoutChg chg="add del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2460954070" sldId="2147483660"/>
            <pc:sldLayoutMk cId="2591524520" sldId="2147483663"/>
          </pc:sldLayoutMkLst>
        </pc:sldLayoutChg>
        <pc:sldLayoutChg chg="add del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2460954070" sldId="2147483660"/>
            <pc:sldLayoutMk cId="1203092039" sldId="2147483664"/>
          </pc:sldLayoutMkLst>
        </pc:sldLayoutChg>
        <pc:sldLayoutChg chg="add del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2460954070" sldId="2147483660"/>
            <pc:sldLayoutMk cId="3733172339" sldId="2147483665"/>
          </pc:sldLayoutMkLst>
        </pc:sldLayoutChg>
        <pc:sldLayoutChg chg="add del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2460954070" sldId="2147483660"/>
            <pc:sldLayoutMk cId="3210312558" sldId="2147483666"/>
          </pc:sldLayoutMkLst>
        </pc:sldLayoutChg>
        <pc:sldLayoutChg chg="add del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2460954070" sldId="2147483660"/>
            <pc:sldLayoutMk cId="3146388984" sldId="2147483667"/>
          </pc:sldLayoutMkLst>
        </pc:sldLayoutChg>
        <pc:sldLayoutChg chg="add del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2460954070" sldId="2147483660"/>
            <pc:sldLayoutMk cId="3171841454" sldId="2147483668"/>
          </pc:sldLayoutMkLst>
        </pc:sldLayoutChg>
        <pc:sldLayoutChg chg="add del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2460954070" sldId="2147483660"/>
            <pc:sldLayoutMk cId="1718958274" sldId="2147483669"/>
          </pc:sldLayoutMkLst>
        </pc:sldLayoutChg>
        <pc:sldLayoutChg chg="add del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2460954070" sldId="2147483660"/>
            <pc:sldLayoutMk cId="2202905451" sldId="2147483670"/>
          </pc:sldLayoutMkLst>
        </pc:sldLayoutChg>
        <pc:sldLayoutChg chg="add del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2460954070" sldId="2147483660"/>
            <pc:sldLayoutMk cId="3479445657" sldId="2147483671"/>
          </pc:sldLayoutMkLst>
        </pc:sldLayoutChg>
      </pc:sldMasterChg>
      <pc:sldMasterChg chg="add del addSldLayout delSldLayout modSldLayout">
        <pc:chgData name="Sai Lakshmi Chaikam" userId="S::sai.lakshmi@modak.com::dac27d6f-02ce-4853-a3e3-467ea8527444" providerId="AD" clId="Web-{5CE8B0ED-D157-4437-8CC4-C88CB4A75BE5}" dt="2025-11-02T11:57:13.707" v="53"/>
        <pc:sldMasterMkLst>
          <pc:docMk/>
          <pc:sldMasterMk cId="1956097837" sldId="2147483672"/>
        </pc:sldMasterMkLst>
        <pc:sldLayoutChg chg="add del mod replId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1956097837" sldId="2147483672"/>
            <pc:sldLayoutMk cId="73714626" sldId="2147483673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1956097837" sldId="2147483672"/>
            <pc:sldLayoutMk cId="2489402095" sldId="2147483674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1956097837" sldId="2147483672"/>
            <pc:sldLayoutMk cId="430783504" sldId="2147483675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1956097837" sldId="2147483672"/>
            <pc:sldLayoutMk cId="3687879561" sldId="2147483676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1956097837" sldId="2147483672"/>
            <pc:sldLayoutMk cId="1269329790" sldId="2147483677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1956097837" sldId="2147483672"/>
            <pc:sldLayoutMk cId="4087140680" sldId="2147483678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1956097837" sldId="2147483672"/>
            <pc:sldLayoutMk cId="1272569726" sldId="2147483679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1956097837" sldId="2147483672"/>
            <pc:sldLayoutMk cId="1184227765" sldId="2147483680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1956097837" sldId="2147483672"/>
            <pc:sldLayoutMk cId="3398894806" sldId="2147483681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1956097837" sldId="2147483672"/>
            <pc:sldLayoutMk cId="609104784" sldId="2147483682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707" v="53"/>
          <pc:sldLayoutMkLst>
            <pc:docMk/>
            <pc:sldMasterMk cId="1956097837" sldId="2147483672"/>
            <pc:sldLayoutMk cId="981105406" sldId="2147483683"/>
          </pc:sldLayoutMkLst>
        </pc:sldLayoutChg>
      </pc:sldMasterChg>
      <pc:sldMasterChg chg="add del addSldLayout delSldLayout modSldLayout">
        <pc:chgData name="Sai Lakshmi Chaikam" userId="S::sai.lakshmi@modak.com::dac27d6f-02ce-4853-a3e3-467ea8527444" providerId="AD" clId="Web-{5CE8B0ED-D157-4437-8CC4-C88CB4A75BE5}" dt="2025-11-02T11:57:13.629" v="52"/>
        <pc:sldMasterMkLst>
          <pc:docMk/>
          <pc:sldMasterMk cId="2944644144" sldId="2147483684"/>
        </pc:sldMasterMkLst>
        <pc:sldLayoutChg chg="add del mod replId">
          <pc:chgData name="Sai Lakshmi Chaikam" userId="S::sai.lakshmi@modak.com::dac27d6f-02ce-4853-a3e3-467ea8527444" providerId="AD" clId="Web-{5CE8B0ED-D157-4437-8CC4-C88CB4A75BE5}" dt="2025-11-02T11:57:13.629" v="52"/>
          <pc:sldLayoutMkLst>
            <pc:docMk/>
            <pc:sldMasterMk cId="2944644144" sldId="2147483684"/>
            <pc:sldLayoutMk cId="4096697741" sldId="2147483685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629" v="52"/>
          <pc:sldLayoutMkLst>
            <pc:docMk/>
            <pc:sldMasterMk cId="2944644144" sldId="2147483684"/>
            <pc:sldLayoutMk cId="1721395439" sldId="2147483686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629" v="52"/>
          <pc:sldLayoutMkLst>
            <pc:docMk/>
            <pc:sldMasterMk cId="2944644144" sldId="2147483684"/>
            <pc:sldLayoutMk cId="1470390924" sldId="2147483687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629" v="52"/>
          <pc:sldLayoutMkLst>
            <pc:docMk/>
            <pc:sldMasterMk cId="2944644144" sldId="2147483684"/>
            <pc:sldLayoutMk cId="1682862887" sldId="2147483688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629" v="52"/>
          <pc:sldLayoutMkLst>
            <pc:docMk/>
            <pc:sldMasterMk cId="2944644144" sldId="2147483684"/>
            <pc:sldLayoutMk cId="3650644750" sldId="2147483689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629" v="52"/>
          <pc:sldLayoutMkLst>
            <pc:docMk/>
            <pc:sldMasterMk cId="2944644144" sldId="2147483684"/>
            <pc:sldLayoutMk cId="2944198955" sldId="2147483690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629" v="52"/>
          <pc:sldLayoutMkLst>
            <pc:docMk/>
            <pc:sldMasterMk cId="2944644144" sldId="2147483684"/>
            <pc:sldLayoutMk cId="1101885037" sldId="2147483691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629" v="52"/>
          <pc:sldLayoutMkLst>
            <pc:docMk/>
            <pc:sldMasterMk cId="2944644144" sldId="2147483684"/>
            <pc:sldLayoutMk cId="1302786530" sldId="2147483692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629" v="52"/>
          <pc:sldLayoutMkLst>
            <pc:docMk/>
            <pc:sldMasterMk cId="2944644144" sldId="2147483684"/>
            <pc:sldLayoutMk cId="1834862130" sldId="2147483693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629" v="52"/>
          <pc:sldLayoutMkLst>
            <pc:docMk/>
            <pc:sldMasterMk cId="2944644144" sldId="2147483684"/>
            <pc:sldLayoutMk cId="2121845237" sldId="2147483694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629" v="52"/>
          <pc:sldLayoutMkLst>
            <pc:docMk/>
            <pc:sldMasterMk cId="2944644144" sldId="2147483684"/>
            <pc:sldLayoutMk cId="4077449699" sldId="2147483695"/>
          </pc:sldLayoutMkLst>
        </pc:sldLayoutChg>
      </pc:sldMasterChg>
      <pc:sldMasterChg chg="add del addSldLayout delSldLayout modSldLayout">
        <pc:chgData name="Sai Lakshmi Chaikam" userId="S::sai.lakshmi@modak.com::dac27d6f-02ce-4853-a3e3-467ea8527444" providerId="AD" clId="Web-{5CE8B0ED-D157-4437-8CC4-C88CB4A75BE5}" dt="2025-11-02T11:57:13.566" v="51"/>
        <pc:sldMasterMkLst>
          <pc:docMk/>
          <pc:sldMasterMk cId="1442214919" sldId="2147483696"/>
        </pc:sldMasterMkLst>
        <pc:sldLayoutChg chg="add del mod replId">
          <pc:chgData name="Sai Lakshmi Chaikam" userId="S::sai.lakshmi@modak.com::dac27d6f-02ce-4853-a3e3-467ea8527444" providerId="AD" clId="Web-{5CE8B0ED-D157-4437-8CC4-C88CB4A75BE5}" dt="2025-11-02T11:57:13.566" v="51"/>
          <pc:sldLayoutMkLst>
            <pc:docMk/>
            <pc:sldMasterMk cId="1442214919" sldId="2147483696"/>
            <pc:sldLayoutMk cId="1512575317" sldId="2147483697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566" v="51"/>
          <pc:sldLayoutMkLst>
            <pc:docMk/>
            <pc:sldMasterMk cId="1442214919" sldId="2147483696"/>
            <pc:sldLayoutMk cId="1536926157" sldId="2147483698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566" v="51"/>
          <pc:sldLayoutMkLst>
            <pc:docMk/>
            <pc:sldMasterMk cId="1442214919" sldId="2147483696"/>
            <pc:sldLayoutMk cId="852781106" sldId="2147483699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566" v="51"/>
          <pc:sldLayoutMkLst>
            <pc:docMk/>
            <pc:sldMasterMk cId="1442214919" sldId="2147483696"/>
            <pc:sldLayoutMk cId="1997216537" sldId="2147483700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566" v="51"/>
          <pc:sldLayoutMkLst>
            <pc:docMk/>
            <pc:sldMasterMk cId="1442214919" sldId="2147483696"/>
            <pc:sldLayoutMk cId="56372562" sldId="2147483701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566" v="51"/>
          <pc:sldLayoutMkLst>
            <pc:docMk/>
            <pc:sldMasterMk cId="1442214919" sldId="2147483696"/>
            <pc:sldLayoutMk cId="2462894607" sldId="2147483702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566" v="51"/>
          <pc:sldLayoutMkLst>
            <pc:docMk/>
            <pc:sldMasterMk cId="1442214919" sldId="2147483696"/>
            <pc:sldLayoutMk cId="29660260" sldId="2147483703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566" v="51"/>
          <pc:sldLayoutMkLst>
            <pc:docMk/>
            <pc:sldMasterMk cId="1442214919" sldId="2147483696"/>
            <pc:sldLayoutMk cId="3908075184" sldId="2147483704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566" v="51"/>
          <pc:sldLayoutMkLst>
            <pc:docMk/>
            <pc:sldMasterMk cId="1442214919" sldId="2147483696"/>
            <pc:sldLayoutMk cId="4264121410" sldId="2147483705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566" v="51"/>
          <pc:sldLayoutMkLst>
            <pc:docMk/>
            <pc:sldMasterMk cId="1442214919" sldId="2147483696"/>
            <pc:sldLayoutMk cId="3317633121" sldId="2147483706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3.566" v="51"/>
          <pc:sldLayoutMkLst>
            <pc:docMk/>
            <pc:sldMasterMk cId="1442214919" sldId="2147483696"/>
            <pc:sldLayoutMk cId="3679149124" sldId="2147483707"/>
          </pc:sldLayoutMkLst>
        </pc:sldLayoutChg>
      </pc:sldMasterChg>
      <pc:sldMasterChg chg="add del addSldLayout delSldLayout modSldLayout">
        <pc:chgData name="Sai Lakshmi Chaikam" userId="S::sai.lakshmi@modak.com::dac27d6f-02ce-4853-a3e3-467ea8527444" providerId="AD" clId="Web-{5CE8B0ED-D157-4437-8CC4-C88CB4A75BE5}" dt="2025-11-02T11:57:12.207" v="50"/>
        <pc:sldMasterMkLst>
          <pc:docMk/>
          <pc:sldMasterMk cId="1414547150" sldId="2147483708"/>
        </pc:sldMasterMkLst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3864803563" sldId="2147483709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2085115760" sldId="2147483710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2503246058" sldId="2147483711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2467719973" sldId="2147483712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838342954" sldId="2147483713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817293830" sldId="2147483714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1133547338" sldId="2147483715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335827188" sldId="2147483716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1286760638" sldId="2147483717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2692990047" sldId="2147483718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3877938300" sldId="2147483719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2456886099" sldId="2147483720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2412150711" sldId="2147483721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2515749481" sldId="2147483722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1228392568" sldId="2147483723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3002840093" sldId="2147483724"/>
          </pc:sldLayoutMkLst>
        </pc:sldLayoutChg>
        <pc:sldLayoutChg chg="add del mod replId">
          <pc:chgData name="Sai Lakshmi Chaikam" userId="S::sai.lakshmi@modak.com::dac27d6f-02ce-4853-a3e3-467ea8527444" providerId="AD" clId="Web-{5CE8B0ED-D157-4437-8CC4-C88CB4A75BE5}" dt="2025-11-02T11:57:12.207" v="50"/>
          <pc:sldLayoutMkLst>
            <pc:docMk/>
            <pc:sldMasterMk cId="1414547150" sldId="2147483708"/>
            <pc:sldLayoutMk cId="2217607195" sldId="2147483725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11/2/2025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475381"/>
            <a:ext cx="9144000" cy="1294922"/>
          </a:xfr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lIns="91440" tIns="45720" rIns="91440" bIns="45720" rtlCol="0" anchor="t">
            <a:normAutofit/>
          </a:bodyPr>
          <a:lstStyle/>
          <a:p>
            <a:r>
              <a:rPr lang="en-US" sz="3600" b="1" dirty="0">
                <a:ea typeface="+mn-lt"/>
                <a:cs typeface="+mn-lt"/>
              </a:rPr>
              <a:t>Insurance Cross-Selling Conversion Project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642339" y="5082906"/>
            <a:ext cx="5549660" cy="1353838"/>
          </a:xfrm>
        </p:spPr>
        <p:txBody>
          <a:bodyPr vert="horz" lIns="91440" tIns="45720" rIns="91440" bIns="45720" rtlCol="0" anchor="t">
            <a:normAutofit fontScale="92500"/>
          </a:bodyPr>
          <a:lstStyle/>
          <a:p>
            <a:pPr algn="l"/>
            <a:r>
              <a:rPr lang="en-US" sz="3200" b="1" dirty="0">
                <a:ea typeface="+mn-lt"/>
                <a:cs typeface="+mn-lt"/>
              </a:rPr>
              <a:t>Presented by:</a:t>
            </a:r>
            <a:r>
              <a:rPr lang="en-US" sz="3200" dirty="0">
                <a:ea typeface="+mn-lt"/>
                <a:cs typeface="+mn-lt"/>
              </a:rPr>
              <a:t>  Deepak Malviya</a:t>
            </a:r>
            <a:endParaRPr lang="en-US" sz="3200" dirty="0"/>
          </a:p>
          <a:p>
            <a:pPr algn="l"/>
            <a:r>
              <a:rPr lang="en-US" sz="3200" b="1" dirty="0">
                <a:ea typeface="+mn-lt"/>
                <a:cs typeface="+mn-lt"/>
              </a:rPr>
              <a:t>Date:</a:t>
            </a:r>
            <a:r>
              <a:rPr lang="en-US" sz="3200" dirty="0">
                <a:ea typeface="+mn-lt"/>
                <a:cs typeface="+mn-lt"/>
              </a:rPr>
              <a:t> 3/11/2025</a:t>
            </a:r>
            <a:endParaRPr lang="en-US" dirty="0"/>
          </a:p>
          <a:p>
            <a:pPr algn="l"/>
            <a:endParaRPr lang="en-US" sz="32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547F0A-0C60-6375-0E10-612B707B9E5A}"/>
              </a:ext>
            </a:extLst>
          </p:cNvPr>
          <p:cNvSpPr txBox="1"/>
          <p:nvPr/>
        </p:nvSpPr>
        <p:spPr>
          <a:xfrm>
            <a:off x="2995283" y="1904200"/>
            <a:ext cx="6423802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 dirty="0"/>
              <a:t>Data Preparation and Key Visual Insights</a:t>
            </a:r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E3A17-2CEF-CF6A-15DE-0543AABA3B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Understanding Customer Data for Cross-Selling Success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CCB8DB-A17A-206B-B6C9-664F403A72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Goal : 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To prepare the raw data and use visualizations to uncover patterns that influence a customer's conversion to a new insurance product.</a:t>
            </a:r>
            <a:endParaRPr lang="en-US" dirty="0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Data Snapshot</a:t>
            </a:r>
            <a:r>
              <a:rPr lang="en-US" b="1">
                <a:ea typeface="+mn-lt"/>
                <a:cs typeface="+mn-lt"/>
              </a:rPr>
              <a:t> :</a:t>
            </a:r>
          </a:p>
          <a:p>
            <a:r>
              <a:rPr lang="en-US" dirty="0">
                <a:ea typeface="+mn-lt"/>
                <a:cs typeface="+mn-lt"/>
              </a:rPr>
              <a:t>50,000 customer records. </a:t>
            </a:r>
            <a:endParaRPr lang="en-US">
              <a:ea typeface="+mn-lt"/>
              <a:cs typeface="+mn-lt"/>
            </a:endParaRPr>
          </a:p>
          <a:p>
            <a:r>
              <a:rPr lang="en-US" b="1">
                <a:ea typeface="+mn-lt"/>
                <a:cs typeface="+mn-lt"/>
              </a:rPr>
              <a:t>16 features</a:t>
            </a:r>
            <a:r>
              <a:rPr lang="en-US" dirty="0">
                <a:ea typeface="+mn-lt"/>
                <a:cs typeface="+mn-lt"/>
              </a:rPr>
              <a:t> including: Age, Income, Education, Current Product, New Product Type, and Customer Rating.</a:t>
            </a:r>
            <a:endParaRPr lang="en-US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Key </a:t>
            </a:r>
            <a:r>
              <a:rPr lang="en-US" b="1">
                <a:ea typeface="+mn-lt"/>
                <a:cs typeface="+mn-lt"/>
              </a:rPr>
              <a:t>Variable (</a:t>
            </a:r>
            <a:r>
              <a:rPr lang="en-US" b="1">
                <a:latin typeface="Consolas"/>
                <a:ea typeface="+mn-lt"/>
                <a:cs typeface="+mn-lt"/>
              </a:rPr>
              <a:t>Converted)</a:t>
            </a:r>
            <a:r>
              <a:rPr lang="en-US">
                <a:ea typeface="+mn-lt"/>
                <a:cs typeface="+mn-lt"/>
              </a:rPr>
              <a:t>:</a:t>
            </a:r>
          </a:p>
          <a:p>
            <a:r>
              <a:rPr lang="en-US" dirty="0">
                <a:ea typeface="+mn-lt"/>
                <a:cs typeface="+mn-lt"/>
              </a:rPr>
              <a:t> The target variable indicating whether a customer successfully purchased the new product.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02166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277AC7-B417-0EC4-5944-30069D4A56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Robust Data Preparation: Imputation Strategies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CD6E05-03A4-9D46-C442-9CFE12FCF2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Numerical Imputation: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1. </a:t>
            </a:r>
            <a:r>
              <a:rPr lang="en-US" b="1" dirty="0">
                <a:ea typeface="+mn-lt"/>
                <a:cs typeface="+mn-lt"/>
              </a:rPr>
              <a:t>Age, </a:t>
            </a:r>
            <a:r>
              <a:rPr lang="en-US" b="1" err="1">
                <a:ea typeface="+mn-lt"/>
                <a:cs typeface="+mn-lt"/>
              </a:rPr>
              <a:t>Family_Members</a:t>
            </a:r>
            <a:r>
              <a:rPr lang="en-US" b="1" dirty="0">
                <a:ea typeface="+mn-lt"/>
                <a:cs typeface="+mn-lt"/>
              </a:rPr>
              <a:t>:</a:t>
            </a:r>
            <a:r>
              <a:rPr lang="en-US" dirty="0">
                <a:ea typeface="+mn-lt"/>
                <a:cs typeface="+mn-lt"/>
              </a:rPr>
              <a:t> Imputed using the </a:t>
            </a:r>
            <a:r>
              <a:rPr lang="en-US" b="1" dirty="0">
                <a:ea typeface="+mn-lt"/>
                <a:cs typeface="+mn-lt"/>
              </a:rPr>
              <a:t>Median</a:t>
            </a:r>
            <a:r>
              <a:rPr lang="en-US" dirty="0">
                <a:ea typeface="+mn-lt"/>
                <a:cs typeface="+mn-lt"/>
              </a:rPr>
              <a:t>. 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2. </a:t>
            </a:r>
            <a:r>
              <a:rPr lang="en-US" b="1" dirty="0">
                <a:ea typeface="+mn-lt"/>
                <a:cs typeface="+mn-lt"/>
              </a:rPr>
              <a:t>Income &amp; Coverage:</a:t>
            </a:r>
            <a:r>
              <a:rPr lang="en-US" dirty="0">
                <a:ea typeface="+mn-lt"/>
                <a:cs typeface="+mn-lt"/>
              </a:rPr>
              <a:t> Missing values were imputed using </a:t>
            </a:r>
            <a:r>
              <a:rPr lang="en-US" b="1" dirty="0">
                <a:ea typeface="+mn-lt"/>
                <a:cs typeface="+mn-lt"/>
              </a:rPr>
              <a:t>Grouped Mean/Median</a:t>
            </a:r>
            <a:r>
              <a:rPr lang="en-US" dirty="0">
                <a:ea typeface="+mn-lt"/>
                <a:cs typeface="+mn-lt"/>
              </a:rPr>
              <a:t> based on related categorical variables (e.g., Income by Occupation, Coverage by Product Type).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Categorical </a:t>
            </a:r>
            <a:r>
              <a:rPr lang="en-US" b="1" err="1">
                <a:ea typeface="+mn-lt"/>
                <a:cs typeface="+mn-lt"/>
              </a:rPr>
              <a:t>ImputationMode</a:t>
            </a:r>
            <a:r>
              <a:rPr lang="en-US" b="1" dirty="0">
                <a:ea typeface="+mn-lt"/>
                <a:cs typeface="+mn-lt"/>
              </a:rPr>
              <a:t> Imputation: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marL="457200" indent="-457200"/>
            <a:r>
              <a:rPr lang="en-US">
                <a:ea typeface="+mn-lt"/>
                <a:cs typeface="+mn-lt"/>
              </a:rPr>
              <a:t>Missing values in most </a:t>
            </a:r>
            <a:r>
              <a:rPr lang="en-US" dirty="0">
                <a:ea typeface="+mn-lt"/>
                <a:cs typeface="+mn-lt"/>
              </a:rPr>
              <a:t>categories (</a:t>
            </a:r>
            <a:r>
              <a:rPr lang="en-US" dirty="0">
                <a:latin typeface="Aptos"/>
              </a:rPr>
              <a:t>Education</a:t>
            </a:r>
            <a:r>
              <a:rPr lang="en-US" dirty="0">
                <a:ea typeface="+mn-lt"/>
                <a:cs typeface="+mn-lt"/>
              </a:rPr>
              <a:t>, </a:t>
            </a:r>
            <a:r>
              <a:rPr lang="en-US" dirty="0">
                <a:latin typeface="Aptos"/>
              </a:rPr>
              <a:t>Rating</a:t>
            </a:r>
            <a:r>
              <a:rPr lang="en-US" dirty="0">
                <a:ea typeface="+mn-lt"/>
                <a:cs typeface="+mn-lt"/>
              </a:rPr>
              <a:t>, etc.) were filled with the most frequent value (Mode).</a:t>
            </a:r>
            <a:endParaRPr lang="en-US"/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Business </a:t>
            </a:r>
            <a:r>
              <a:rPr lang="en-US" b="1" err="1">
                <a:ea typeface="+mn-lt"/>
                <a:cs typeface="+mn-lt"/>
              </a:rPr>
              <a:t>LogicCurrent</a:t>
            </a:r>
            <a:r>
              <a:rPr lang="en-US" b="1" dirty="0">
                <a:ea typeface="+mn-lt"/>
                <a:cs typeface="+mn-lt"/>
              </a:rPr>
              <a:t> Coverage:</a:t>
            </a:r>
            <a:r>
              <a:rPr lang="en-US" dirty="0">
                <a:ea typeface="+mn-lt"/>
                <a:cs typeface="+mn-lt"/>
              </a:rPr>
              <a:t> </a:t>
            </a:r>
          </a:p>
          <a:p>
            <a:pPr marL="457200" indent="-457200"/>
            <a:r>
              <a:rPr lang="en-US" dirty="0">
                <a:ea typeface="+mn-lt"/>
                <a:cs typeface="+mn-lt"/>
              </a:rPr>
              <a:t>Records where </a:t>
            </a:r>
            <a:r>
              <a:rPr lang="en-US" dirty="0" err="1">
                <a:latin typeface="Aptos"/>
              </a:rPr>
              <a:t>Current_Product</a:t>
            </a:r>
            <a:r>
              <a:rPr lang="en-US" dirty="0">
                <a:ea typeface="+mn-lt"/>
                <a:cs typeface="+mn-lt"/>
              </a:rPr>
              <a:t> was 'No' or </a:t>
            </a:r>
            <a:r>
              <a:rPr lang="en-US" dirty="0" err="1">
                <a:latin typeface="Aptos"/>
              </a:rPr>
              <a:t>Current_Product_Type</a:t>
            </a:r>
            <a:r>
              <a:rPr lang="en-US" dirty="0">
                <a:ea typeface="+mn-lt"/>
                <a:cs typeface="+mn-lt"/>
              </a:rPr>
              <a:t> was 'NO' had their </a:t>
            </a:r>
            <a:r>
              <a:rPr lang="en-US" dirty="0" err="1">
                <a:latin typeface="Aptos"/>
              </a:rPr>
              <a:t>Current_Coverage</a:t>
            </a:r>
            <a:r>
              <a:rPr lang="en-US" dirty="0">
                <a:ea typeface="+mn-lt"/>
                <a:cs typeface="+mn-lt"/>
              </a:rPr>
              <a:t> imputed with </a:t>
            </a:r>
            <a:r>
              <a:rPr lang="en-US" b="1" dirty="0">
                <a:ea typeface="+mn-lt"/>
                <a:cs typeface="+mn-lt"/>
              </a:rPr>
              <a:t>0</a:t>
            </a:r>
            <a:r>
              <a:rPr lang="en-US" dirty="0">
                <a:ea typeface="+mn-lt"/>
                <a:cs typeface="+mn-lt"/>
              </a:rPr>
              <a:t> to reflect a non-existent policy.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973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AE50F1-190E-335D-B709-1B2A94DC5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50106"/>
            <a:ext cx="10515600" cy="1325563"/>
          </a:xfrm>
        </p:spPr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Baseline Conversion Rate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3B3444-6E33-E418-9A12-1A29259516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710606"/>
            <a:ext cx="10515600" cy="4351338"/>
          </a:xfrm>
        </p:spPr>
        <p:txBody>
          <a:bodyPr vert="horz" lIns="91440" tIns="45720" rIns="91440" bIns="45720" rtlCol="0" anchor="t">
            <a:noAutofit/>
          </a:bodyPr>
          <a:lstStyle/>
          <a:p>
            <a:pPr marL="0" indent="0">
              <a:buNone/>
            </a:pPr>
            <a:r>
              <a:rPr lang="en-US" sz="2600" b="1" dirty="0">
                <a:ea typeface="+mn-lt"/>
                <a:cs typeface="+mn-lt"/>
              </a:rPr>
              <a:t>Visualization</a:t>
            </a:r>
            <a:endParaRPr lang="en-US" sz="2600" b="1" dirty="0">
              <a:latin typeface="Aptos"/>
              <a:ea typeface="+mn-lt"/>
              <a:cs typeface="+mn-lt"/>
            </a:endParaRPr>
          </a:p>
          <a:p>
            <a:pPr marL="457200" indent="-457200"/>
            <a:r>
              <a:rPr lang="en-US" sz="2600" dirty="0">
                <a:ea typeface="+mn-lt"/>
                <a:cs typeface="+mn-lt"/>
              </a:rPr>
              <a:t>Count Plot of </a:t>
            </a:r>
            <a:r>
              <a:rPr lang="en-US" sz="2600" dirty="0">
                <a:latin typeface="Aptos"/>
              </a:rPr>
              <a:t>Converted</a:t>
            </a:r>
            <a:r>
              <a:rPr lang="en-US" sz="2600" dirty="0">
                <a:ea typeface="+mn-lt"/>
                <a:cs typeface="+mn-lt"/>
              </a:rPr>
              <a:t> Status</a:t>
            </a:r>
            <a:endParaRPr lang="en-US" sz="2600">
              <a:latin typeface="Aptos"/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 sz="2600" b="1" dirty="0">
                <a:ea typeface="+mn-lt"/>
                <a:cs typeface="+mn-lt"/>
              </a:rPr>
              <a:t>Key Takeaway</a:t>
            </a:r>
            <a:endParaRPr lang="en-US" sz="2600" dirty="0">
              <a:latin typeface="Aptos"/>
              <a:ea typeface="+mn-lt"/>
              <a:cs typeface="+mn-lt"/>
            </a:endParaRPr>
          </a:p>
          <a:p>
            <a:pPr marL="457200" indent="-457200"/>
            <a:r>
              <a:rPr lang="en-US" sz="2600" dirty="0">
                <a:ea typeface="+mn-lt"/>
                <a:cs typeface="+mn-lt"/>
              </a:rPr>
              <a:t>State the overall conversion percentage (e.g., "The baseline conversion rate for the entire dataset is X%").</a:t>
            </a:r>
            <a:endParaRPr lang="en-US" sz="2600">
              <a:latin typeface="Aptos Display"/>
            </a:endParaRPr>
          </a:p>
        </p:txBody>
      </p:sp>
    </p:spTree>
    <p:extLst>
      <p:ext uri="{BB962C8B-B14F-4D97-AF65-F5344CB8AC3E}">
        <p14:creationId xmlns:p14="http://schemas.microsoft.com/office/powerpoint/2010/main" val="69291635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F893D-853A-BF04-ED11-E21075CF2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Impact of Customer Rating on Conversion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1D17A7-6382-3F37-EC91-F633212A7A6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Visualization</a:t>
            </a:r>
          </a:p>
          <a:p>
            <a:r>
              <a:rPr lang="en-US" dirty="0">
                <a:ea typeface="+mn-lt"/>
                <a:cs typeface="+mn-lt"/>
              </a:rPr>
              <a:t>Bar Plot of Conversion Rate by </a:t>
            </a:r>
            <a:r>
              <a:rPr lang="en-US" dirty="0">
                <a:latin typeface="Aptos"/>
              </a:rPr>
              <a:t>Rating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Key Takeaway</a:t>
            </a:r>
          </a:p>
          <a:p>
            <a:r>
              <a:rPr lang="en-US" dirty="0">
                <a:ea typeface="+mn-lt"/>
                <a:cs typeface="+mn-lt"/>
              </a:rPr>
              <a:t>Does the conversion rate strictly increase from 'Cold' to 'Hot'? Identify which rating category yields the best and worst conversion performance.</a:t>
            </a:r>
            <a:endParaRPr lang="en-US" b="1"/>
          </a:p>
        </p:txBody>
      </p:sp>
    </p:spTree>
    <p:extLst>
      <p:ext uri="{BB962C8B-B14F-4D97-AF65-F5344CB8AC3E}">
        <p14:creationId xmlns:p14="http://schemas.microsoft.com/office/powerpoint/2010/main" val="123135802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DF63CB-B5ED-067A-FB41-BA64656C6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The Role of Income in Conversion Across Rating Groups</a:t>
            </a:r>
            <a:endParaRPr lang="en-US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57A1FD-40F9-285E-7817-32C59835B9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Visualization</a:t>
            </a:r>
            <a:endParaRPr lang="en-US" dirty="0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</a:rPr>
              <a:t>Violin Plot of </a:t>
            </a:r>
            <a:r>
              <a:rPr lang="en-US" dirty="0">
                <a:latin typeface="Aptos"/>
              </a:rPr>
              <a:t>Income</a:t>
            </a:r>
            <a:r>
              <a:rPr lang="en-US" dirty="0">
                <a:ea typeface="+mn-lt"/>
                <a:cs typeface="+mn-lt"/>
              </a:rPr>
              <a:t> vs. </a:t>
            </a:r>
            <a:r>
              <a:rPr lang="en-US" dirty="0">
                <a:latin typeface="Aptos"/>
              </a:rPr>
              <a:t>Rating</a:t>
            </a:r>
            <a:r>
              <a:rPr lang="en-US" dirty="0">
                <a:ea typeface="+mn-lt"/>
                <a:cs typeface="+mn-lt"/>
              </a:rPr>
              <a:t>, split by </a:t>
            </a:r>
            <a:r>
              <a:rPr lang="en-US" dirty="0">
                <a:latin typeface="Aptos"/>
              </a:rPr>
              <a:t>Converted</a:t>
            </a:r>
            <a:r>
              <a:rPr lang="en-US" dirty="0">
                <a:ea typeface="+mn-lt"/>
                <a:cs typeface="+mn-lt"/>
              </a:rPr>
              <a:t>.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Key </a:t>
            </a:r>
            <a:r>
              <a:rPr lang="en-US" b="1">
                <a:ea typeface="+mn-lt"/>
                <a:cs typeface="+mn-lt"/>
              </a:rPr>
              <a:t>Takeaway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Summarize</a:t>
            </a:r>
            <a:r>
              <a:rPr lang="en-US" dirty="0">
                <a:ea typeface="+mn-lt"/>
                <a:cs typeface="+mn-lt"/>
              </a:rPr>
              <a:t> the observation: "Within the 'Hot' rating group, converted customers tend to have a slightly higher/lower median income compared to non-converted customers."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6023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7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B58F6E-141D-36F7-1EEE-8054023C4F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b="1" dirty="0">
                <a:ea typeface="+mj-lt"/>
                <a:cs typeface="+mj-lt"/>
              </a:rPr>
              <a:t>Summary of Visual Insights</a:t>
            </a:r>
            <a:endParaRPr lang="en-US" b="1" dirty="0">
              <a:ea typeface="+mj-lt"/>
              <a:cs typeface="+mj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DE0008-4B99-FBF8-B3CE-703D1DA5851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lnSpcReduction="10000"/>
          </a:bodyPr>
          <a:lstStyle/>
          <a:p>
            <a:pPr marL="0" indent="0">
              <a:buNone/>
            </a:pPr>
            <a:r>
              <a:rPr lang="en-US" b="1">
                <a:ea typeface="+mn-lt"/>
                <a:cs typeface="+mn-lt"/>
              </a:rPr>
              <a:t>Key Findings</a:t>
            </a:r>
            <a:endParaRPr lang="en-US" dirty="0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1. The overall conversion rate provides a good </a:t>
            </a:r>
            <a:r>
              <a:rPr lang="en-US" dirty="0">
                <a:ea typeface="+mn-lt"/>
                <a:cs typeface="+mn-lt"/>
              </a:rPr>
              <a:t>baseline, but further </a:t>
            </a:r>
            <a:r>
              <a:rPr lang="en-US">
                <a:ea typeface="+mn-lt"/>
                <a:cs typeface="+mn-lt"/>
              </a:rPr>
              <a:t>segmentation is necessary.</a:t>
            </a:r>
          </a:p>
          <a:p>
            <a:pPr marL="0" indent="0">
              <a:buNone/>
            </a:pPr>
            <a:r>
              <a:rPr lang="en-US" dirty="0">
                <a:ea typeface="+mn-lt"/>
                <a:cs typeface="+mn-lt"/>
              </a:rPr>
              <a:t>2. </a:t>
            </a:r>
            <a:r>
              <a:rPr lang="en-US" b="1" dirty="0">
                <a:ea typeface="+mn-lt"/>
                <a:cs typeface="+mn-lt"/>
              </a:rPr>
              <a:t>Rating</a:t>
            </a:r>
            <a:r>
              <a:rPr lang="en-US" dirty="0">
                <a:ea typeface="+mn-lt"/>
                <a:cs typeface="+mn-lt"/>
              </a:rPr>
              <a:t> is a strong differentiator: Rank the categories by conversion rate (e.g., Hot &gt; Warm &gt; Cold). </a:t>
            </a:r>
            <a:endParaRPr lang="en-US">
              <a:ea typeface="+mn-lt"/>
              <a:cs typeface="+mn-lt"/>
            </a:endParaRPr>
          </a:p>
          <a:p>
            <a:pPr marL="0" indent="0">
              <a:buNone/>
            </a:pPr>
            <a:r>
              <a:rPr lang="en-US">
                <a:ea typeface="+mn-lt"/>
                <a:cs typeface="+mn-lt"/>
              </a:rPr>
              <a:t>3. </a:t>
            </a:r>
            <a:r>
              <a:rPr lang="en-US" b="1" dirty="0">
                <a:ea typeface="+mn-lt"/>
                <a:cs typeface="+mn-lt"/>
              </a:rPr>
              <a:t>Income</a:t>
            </a:r>
            <a:r>
              <a:rPr lang="en-US" dirty="0">
                <a:ea typeface="+mn-lt"/>
                <a:cs typeface="+mn-lt"/>
              </a:rPr>
              <a:t> plays a role, particularly in differentiating conversion likelihood within the lower-rated customer </a:t>
            </a:r>
            <a:r>
              <a:rPr lang="en-US">
                <a:ea typeface="+mn-lt"/>
                <a:cs typeface="+mn-lt"/>
              </a:rPr>
              <a:t>segments.</a:t>
            </a:r>
          </a:p>
          <a:p>
            <a:pPr marL="0" indent="0">
              <a:buNone/>
            </a:pPr>
            <a:r>
              <a:rPr lang="en-US" b="1" dirty="0">
                <a:ea typeface="+mn-lt"/>
                <a:cs typeface="+mn-lt"/>
              </a:rPr>
              <a:t>Next Steps</a:t>
            </a:r>
            <a:endParaRPr lang="en-US" dirty="0">
              <a:ea typeface="+mn-lt"/>
              <a:cs typeface="+mn-lt"/>
            </a:endParaRPr>
          </a:p>
          <a:p>
            <a:r>
              <a:rPr lang="en-US">
                <a:ea typeface="+mn-lt"/>
                <a:cs typeface="+mn-lt"/>
              </a:rPr>
              <a:t>These</a:t>
            </a:r>
            <a:r>
              <a:rPr lang="en-US" dirty="0">
                <a:ea typeface="+mn-lt"/>
                <a:cs typeface="+mn-lt"/>
              </a:rPr>
              <a:t> patterns and cleaned data will be used to build a robust </a:t>
            </a:r>
            <a:r>
              <a:rPr lang="en-US" b="1" dirty="0">
                <a:ea typeface="+mn-lt"/>
                <a:cs typeface="+mn-lt"/>
              </a:rPr>
              <a:t>Machine Learning model</a:t>
            </a:r>
            <a:r>
              <a:rPr lang="en-US" dirty="0">
                <a:ea typeface="+mn-lt"/>
                <a:cs typeface="+mn-lt"/>
              </a:rPr>
              <a:t> for predicting customer conversion.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3607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Insurance Cross-Selling Conversion Project</vt:lpstr>
      <vt:lpstr>Understanding Customer Data for Cross-Selling Success</vt:lpstr>
      <vt:lpstr>Robust Data Preparation: Imputation Strategies</vt:lpstr>
      <vt:lpstr>Baseline Conversion Rate</vt:lpstr>
      <vt:lpstr>Impact of Customer Rating on Conversion</vt:lpstr>
      <vt:lpstr>The Role of Income in Conversion Across Rating Groups</vt:lpstr>
      <vt:lpstr>Summary of Visual Insights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224</cp:revision>
  <dcterms:created xsi:type="dcterms:W3CDTF">2025-11-02T11:51:55Z</dcterms:created>
  <dcterms:modified xsi:type="dcterms:W3CDTF">2025-11-02T12:38:52Z</dcterms:modified>
</cp:coreProperties>
</file>